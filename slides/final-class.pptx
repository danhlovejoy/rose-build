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719"/>
  </p:normalViewPr>
  <p:slideViewPr>
    <p:cSldViewPr snapToGrid="0" showGuides="1">
      <p:cViewPr>
        <p:scale>
          <a:sx n="68" d="100"/>
          <a:sy n="68" d="100"/>
        </p:scale>
        <p:origin x="1448" y="6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6F4CBA-AD68-0245-B545-47888664CD7D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B7F1AA-64B6-6A4E-810B-F77F762D6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658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Labor market impacts of AI: A new measure and early evidence, March 2026</a:t>
            </a:r>
          </a:p>
          <a:p>
            <a:br>
              <a:rPr lang="en-US" dirty="0"/>
            </a:br>
            <a:r>
              <a:rPr lang="en-US" dirty="0"/>
              <a:t>https://</a:t>
            </a:r>
            <a:r>
              <a:rPr lang="en-US" dirty="0" err="1"/>
              <a:t>www.anthropic.com</a:t>
            </a:r>
            <a:r>
              <a:rPr lang="en-US" dirty="0"/>
              <a:t>/research/labor-market-impacts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B7F1AA-64B6-6A4E-810B-F77F762D604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991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576B1-C49D-83F7-0C91-6112474053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71C3CE-881B-DE13-6956-53AF610DBB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F249A-F45A-FF82-DFAE-0F0E20CB3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653C7-DE29-0B48-8EDB-2953C7CC7AF0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5D54F-AF01-2802-EDC3-FAEE9D35E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CC157-EEDA-5D8A-C926-93D695ED8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EE2B9-1B8C-3B4C-8CA6-E26B4F7FC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206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A738A-F163-7AA4-1618-C2442CD99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73340-F73C-8923-BA0C-6AA87A4BB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F9DF7-B952-B869-C548-DC1D16DBE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653C7-DE29-0B48-8EDB-2953C7CC7AF0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45F55-4904-F061-35E0-266D8A550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30F18-F5B7-6FDE-F93E-FCE663EF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EE2B9-1B8C-3B4C-8CA6-E26B4F7FC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52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5540F-911F-ED0B-4B0D-23363362D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7AD27B-D731-BAD5-4D41-467562E03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2EEBB-6E8E-4DA7-E153-DBC9C5E83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653C7-DE29-0B48-8EDB-2953C7CC7AF0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929F0-09A3-0EB0-7DA3-6369758CE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571AC-FB8A-612A-3666-33A690141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EE2B9-1B8C-3B4C-8CA6-E26B4F7FC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53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22A48-78D1-CC7E-5F17-01F63099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0D124-51BC-8507-27D0-AA9B2DDC8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5250B9-1999-23F6-4848-5DB735249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DA7187-9B63-4F26-9098-2637DB5C0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653C7-DE29-0B48-8EDB-2953C7CC7AF0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9CB8D-67C9-1ED1-B929-80D4D0E38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1EFABA-CD1B-D238-100C-6F82A8585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EE2B9-1B8C-3B4C-8CA6-E26B4F7FC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530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448B7-B113-D746-7119-1F92906E3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9931B-A400-4517-71B6-51622CE70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14560B-81E8-E493-991A-77C0D4515A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67E4AE-38E0-EB6D-8230-D0A170E2BD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5C61B4-E150-E480-E855-C7A4AEDC7E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F03DDB-E9A2-A13D-AFFB-1107AA3DC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653C7-DE29-0B48-8EDB-2953C7CC7AF0}" type="datetimeFigureOut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1A37C0-516A-871C-40E3-632BF3B3B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E7C84D-403D-E2CF-0CDC-648C03373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EE2B9-1B8C-3B4C-8CA6-E26B4F7FC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623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DDF53-D080-8490-7C17-7A839EC79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306248-0BD4-20D7-7D7C-532429E47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653C7-DE29-0B48-8EDB-2953C7CC7AF0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8F5CFB-14A6-705A-0E72-674B2454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6A0E76-24E4-6B2E-61D3-68EE703D3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EE2B9-1B8C-3B4C-8CA6-E26B4F7FC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473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D9EA3-973F-2C2E-F4BB-3024D36AD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653C7-DE29-0B48-8EDB-2953C7CC7AF0}" type="datetimeFigureOut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4935D1-D289-D943-52DB-B94FBC3DB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FF924-4E95-54BB-B698-F988B318E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EE2B9-1B8C-3B4C-8CA6-E26B4F7FC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689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43F75-C4A9-BB3F-7F5A-80AD4A6D2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1C3CA-D2E5-2D15-2709-91C6AEA2D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B5B89-37EB-50E8-5CEA-362DC48E0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918861-C92A-974B-EE8E-24CF880A8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653C7-DE29-0B48-8EDB-2953C7CC7AF0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F01ED-BF9D-BA60-CCEC-7B7AAD0F7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A749D-36AB-0023-DBBA-AA9ADDA62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EE2B9-1B8C-3B4C-8CA6-E26B4F7FC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141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DFF21-BEB2-819B-C07D-AA8C59F53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0564C1-68FF-6ABC-405B-DFC4843A69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1F1D0-C4F1-35E7-F2AD-375355E21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E4B83A-4FEA-57B9-C2B0-5F2DA9AAB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653C7-DE29-0B48-8EDB-2953C7CC7AF0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726BE0-0207-8D0D-86D2-48E74FEBA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49F56-66DB-BA0D-5800-5F2460121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EE2B9-1B8C-3B4C-8CA6-E26B4F7FC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812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8E99F-FCA3-52A0-CC3E-C0D535C69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9CB807-26E4-FE03-EAD2-2BAD0428AF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552CD-32B8-B197-4B70-B83A697CE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653C7-DE29-0B48-8EDB-2953C7CC7AF0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52202-6175-8FF4-0093-75B8AD075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FD736-669B-3C89-A834-1637B7777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EE2B9-1B8C-3B4C-8CA6-E26B4F7FC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306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2612D7-626F-1447-FD01-6772FF769B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8A4349-7D74-B99C-D6D6-4F73F95AD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3A4F5-548E-88F3-E36B-C0B224131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653C7-DE29-0B48-8EDB-2953C7CC7AF0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10021-523C-9B3D-89D0-CB0D11076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EDBD6-1EAB-284C-A5E4-D81E2E62D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EE2B9-1B8C-3B4C-8CA6-E26B4F7FC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341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45EBB3-558E-1938-AFFE-4847962E3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E9407-F94C-2C84-A97E-0368E385E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4D7DD-860F-E0F8-A3E9-849BF5F233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9653C7-DE29-0B48-8EDB-2953C7CC7AF0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49C81-E7AC-B06F-1A58-0FE9F2DA64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08BE5-2598-6530-8400-5B6FBC072E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CEE2B9-1B8C-3B4C-8CA6-E26B4F7FC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05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C3E0DCE-DA5D-E4B9-66B6-3503EC53E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-971550"/>
            <a:ext cx="8096250" cy="809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3895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</Words>
  <Application>Microsoft Macintosh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Lovejoy</dc:creator>
  <cp:lastModifiedBy>Dan Lovejoy</cp:lastModifiedBy>
  <cp:revision>2</cp:revision>
  <dcterms:created xsi:type="dcterms:W3CDTF">2026-04-07T01:31:32Z</dcterms:created>
  <dcterms:modified xsi:type="dcterms:W3CDTF">2026-04-07T01:33:09Z</dcterms:modified>
</cp:coreProperties>
</file>